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72" r:id="rId7"/>
    <p:sldId id="273" r:id="rId8"/>
    <p:sldId id="274" r:id="rId9"/>
    <p:sldId id="275" r:id="rId10"/>
    <p:sldId id="276" r:id="rId11"/>
    <p:sldId id="277" r:id="rId12"/>
    <p:sldId id="279" r:id="rId13"/>
    <p:sldId id="280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7" autoAdjust="0"/>
    <p:restoredTop sz="94660"/>
  </p:normalViewPr>
  <p:slideViewPr>
    <p:cSldViewPr>
      <p:cViewPr varScale="1">
        <p:scale>
          <a:sx n="69" d="100"/>
          <a:sy n="69" d="100"/>
        </p:scale>
        <p:origin x="412" y="4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12/1/2022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12/1/2022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12/1/2022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2" y="584200"/>
            <a:ext cx="10210800" cy="2000251"/>
          </a:xfrm>
        </p:spPr>
        <p:txBody>
          <a:bodyPr/>
          <a:lstStyle/>
          <a:p>
            <a:r>
              <a:rPr lang="en-US" dirty="0"/>
              <a:t>Cybersecurity Lab (Offensive Tools)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Adrian Mohuczy-Dominiak</a:t>
            </a:r>
          </a:p>
        </p:txBody>
      </p:sp>
      <p:pic>
        <p:nvPicPr>
          <p:cNvPr id="3" name="Audio Recording Nov 28, 2022 at 9:20:45 PM" title="On-Screen Audio Logo">
            <a:hlinkClick r:id="" action="ppaction://media"/>
            <a:extLst>
              <a:ext uri="{FF2B5EF4-FFF2-40B4-BE49-F238E27FC236}">
                <a16:creationId xmlns:a16="http://schemas.microsoft.com/office/drawing/2014/main" id="{8EB4B0E9-F892-8BDC-B0D5-F188EAD170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01843" y="584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5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– Adrian Mohuczy-Dominiak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20+ years in the IT and Cybersecurity space</a:t>
            </a:r>
          </a:p>
          <a:p>
            <a:r>
              <a:rPr lang="en-US" dirty="0"/>
              <a:t>Worked and Consulted at numerous organizations on topics ranging from IT/Cybersecurity, Management, Leadership, etc.</a:t>
            </a:r>
          </a:p>
          <a:p>
            <a:r>
              <a:rPr lang="en-US" dirty="0"/>
              <a:t>Currently work full time for one of the largest employers in CA</a:t>
            </a:r>
          </a:p>
          <a:p>
            <a:r>
              <a:rPr lang="en-US" dirty="0"/>
              <a:t>Obtained multiple University and College Degrees</a:t>
            </a:r>
          </a:p>
          <a:p>
            <a:r>
              <a:rPr lang="en-US" dirty="0"/>
              <a:t>20+ Industry Certifications</a:t>
            </a:r>
          </a:p>
          <a:p>
            <a:r>
              <a:rPr lang="en-US" dirty="0"/>
              <a:t>Free time – Gardening, exercising, and traveling when possible</a:t>
            </a:r>
          </a:p>
          <a:p>
            <a:r>
              <a:rPr lang="en-US" dirty="0"/>
              <a:t>Feel free to add me -&gt; https://</a:t>
            </a:r>
            <a:r>
              <a:rPr lang="en-US" dirty="0" err="1"/>
              <a:t>www.linkedin.com</a:t>
            </a:r>
            <a:r>
              <a:rPr lang="en-US" dirty="0"/>
              <a:t>/in/</a:t>
            </a:r>
            <a:r>
              <a:rPr lang="en-US" dirty="0" err="1"/>
              <a:t>adrianovitz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Audio Recording Nov 28, 2022 at 9:23:08 PM" title="On-Screen Audio Logo">
            <a:hlinkClick r:id="" action="ppaction://media"/>
            <a:extLst>
              <a:ext uri="{FF2B5EF4-FFF2-40B4-BE49-F238E27FC236}">
                <a16:creationId xmlns:a16="http://schemas.microsoft.com/office/drawing/2014/main" id="{3553210C-2194-930F-ED23-E66FE166BE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57142" y="28753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6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D1BE-C2DB-D35C-9D1B-0C589E61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class about?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4DFCA-7927-666A-9A6A-5FE271F71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Hands-on in addition to theory (research)</a:t>
            </a:r>
          </a:p>
          <a:p>
            <a:pPr lvl="1"/>
            <a:r>
              <a:rPr lang="en-US" dirty="0"/>
              <a:t>Learn offensive skills</a:t>
            </a:r>
          </a:p>
          <a:p>
            <a:r>
              <a:rPr lang="en-US" dirty="0"/>
              <a:t>Create your own virtualized environment</a:t>
            </a:r>
          </a:p>
          <a:p>
            <a:pPr lvl="1"/>
            <a:r>
              <a:rPr lang="en-US" dirty="0"/>
              <a:t>This is where most of the testing will take place</a:t>
            </a:r>
          </a:p>
          <a:p>
            <a:pPr lvl="2"/>
            <a:r>
              <a:rPr lang="en-US" dirty="0"/>
              <a:t>Attacker and Vulnerable Web Server</a:t>
            </a:r>
          </a:p>
          <a:p>
            <a:r>
              <a:rPr lang="en-US" dirty="0"/>
              <a:t>Write a professional report of your testing</a:t>
            </a:r>
          </a:p>
          <a:p>
            <a:r>
              <a:rPr lang="en-US" dirty="0"/>
              <a:t>Final -&gt; take the next steps in your career</a:t>
            </a:r>
          </a:p>
          <a:p>
            <a:pPr lvl="1"/>
            <a:endParaRPr lang="en-US" dirty="0"/>
          </a:p>
        </p:txBody>
      </p:sp>
      <p:pic>
        <p:nvPicPr>
          <p:cNvPr id="6" name="Audio Recording Nov 28, 2022 at 9:30:13 PM" title="On-Screen Audio Logo">
            <a:hlinkClick r:id="" action="ppaction://media"/>
            <a:extLst>
              <a:ext uri="{FF2B5EF4-FFF2-40B4-BE49-F238E27FC236}">
                <a16:creationId xmlns:a16="http://schemas.microsoft.com/office/drawing/2014/main" id="{35734CF9-8769-6A03-E443-BD691DA721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63542" y="380999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4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2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5548-AEE0-E3FB-9304-1A4A2D252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</a:t>
            </a:r>
            <a:r>
              <a:rPr lang="en-US" dirty="0" smtClean="0"/>
              <a:t>Keep </a:t>
            </a:r>
            <a:r>
              <a:rPr lang="en-US" dirty="0"/>
              <a:t>in </a:t>
            </a:r>
            <a:r>
              <a:rPr lang="en-US" dirty="0" smtClean="0"/>
              <a:t>Mind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DD0D5-9B75-C0CD-3965-C7ECAA753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need to install a virtualization solution</a:t>
            </a:r>
          </a:p>
          <a:p>
            <a:pPr lvl="1"/>
            <a:r>
              <a:rPr lang="en-US" dirty="0"/>
              <a:t>More on this later</a:t>
            </a:r>
          </a:p>
          <a:p>
            <a:pPr lvl="1"/>
            <a:r>
              <a:rPr lang="en-US" dirty="0"/>
              <a:t>All components will be installed </a:t>
            </a:r>
            <a:r>
              <a:rPr lang="en-US" b="1" dirty="0" smtClean="0"/>
              <a:t>INSIDE</a:t>
            </a:r>
            <a:r>
              <a:rPr lang="en-US" dirty="0" smtClean="0"/>
              <a:t> </a:t>
            </a:r>
            <a:r>
              <a:rPr lang="en-US" dirty="0"/>
              <a:t>this solution</a:t>
            </a:r>
          </a:p>
          <a:p>
            <a:r>
              <a:rPr lang="en-US" dirty="0"/>
              <a:t>Research</a:t>
            </a:r>
          </a:p>
          <a:p>
            <a:pPr lvl="1"/>
            <a:r>
              <a:rPr lang="en-US" dirty="0" smtClean="0"/>
              <a:t>Yes, </a:t>
            </a:r>
            <a:r>
              <a:rPr lang="en-US" dirty="0"/>
              <a:t>this is a critical skill in this industry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Audio Recording Sep 11, 2022 at 10:31:53 PM" descr="Audio Recording Sep 11, 2022 at 10:31:53 PM">
            <a:hlinkClick r:id="" action="ppaction://media"/>
            <a:extLst>
              <a:ext uri="{FF2B5EF4-FFF2-40B4-BE49-F238E27FC236}">
                <a16:creationId xmlns:a16="http://schemas.microsoft.com/office/drawing/2014/main" id="{1D46A054-CD04-0524-6EBB-7828B65E34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66584" y="27463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6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7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C6AC-0811-AFB2-E609-57E7DE9D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Easy?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29B46-CCF1-59E8-BF51-7C7EC6797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590529" cy="4462272"/>
          </a:xfrm>
        </p:spPr>
        <p:txBody>
          <a:bodyPr/>
          <a:lstStyle/>
          <a:p>
            <a:r>
              <a:rPr lang="en-US" dirty="0"/>
              <a:t>You will most likely be challenged and </a:t>
            </a:r>
            <a:r>
              <a:rPr lang="en-US" dirty="0" smtClean="0"/>
              <a:t>feel out </a:t>
            </a:r>
            <a:r>
              <a:rPr lang="en-US" dirty="0"/>
              <a:t>of your comfort </a:t>
            </a:r>
            <a:r>
              <a:rPr lang="en-US" dirty="0" smtClean="0"/>
              <a:t>zone.</a:t>
            </a:r>
            <a:endParaRPr lang="en-US" dirty="0"/>
          </a:p>
          <a:p>
            <a:r>
              <a:rPr lang="en-US" dirty="0"/>
              <a:t>Too easy or too hard? </a:t>
            </a:r>
          </a:p>
          <a:p>
            <a:pPr lvl="1"/>
            <a:r>
              <a:rPr lang="en-US" dirty="0"/>
              <a:t>Reach out!</a:t>
            </a:r>
          </a:p>
          <a:p>
            <a:pPr lvl="1"/>
            <a:r>
              <a:rPr lang="en-US" dirty="0"/>
              <a:t>I can provide you additional resources to make it easier or harder for </a:t>
            </a:r>
            <a:r>
              <a:rPr lang="en-US" dirty="0" smtClean="0"/>
              <a:t>you.</a:t>
            </a:r>
            <a:endParaRPr lang="en-US" dirty="0"/>
          </a:p>
          <a:p>
            <a:r>
              <a:rPr lang="en-US" dirty="0"/>
              <a:t>Can I make it? </a:t>
            </a:r>
          </a:p>
          <a:p>
            <a:pPr lvl="1"/>
            <a:r>
              <a:rPr lang="en-US" dirty="0"/>
              <a:t>Remember, I am here to help you succeed in the class and in the </a:t>
            </a:r>
            <a:r>
              <a:rPr lang="en-US" dirty="0" smtClean="0"/>
              <a:t>field.</a:t>
            </a:r>
            <a:endParaRPr lang="en-US" dirty="0"/>
          </a:p>
          <a:p>
            <a:pPr lvl="1"/>
            <a:r>
              <a:rPr lang="en-US" dirty="0"/>
              <a:t>Most students who reached out were </a:t>
            </a:r>
            <a:r>
              <a:rPr lang="en-US" dirty="0" smtClean="0"/>
              <a:t>successful.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Audio Recording Sep 11, 2022 at 10:33:33 PM" descr="Audio Recording Sep 11, 2022 at 10:33:33 PM">
            <a:hlinkClick r:id="" action="ppaction://media"/>
            <a:extLst>
              <a:ext uri="{FF2B5EF4-FFF2-40B4-BE49-F238E27FC236}">
                <a16:creationId xmlns:a16="http://schemas.microsoft.com/office/drawing/2014/main" id="{D6680600-E0CD-7B02-EC48-401EC4946F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63542" y="10279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1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0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C4C80-219F-DC00-7A7E-3B55C062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Get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394EF-7714-D2DA-1AF9-39DDBA003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Audio Recording Sep 11, 2022 at 10:34:03 PM" descr="Audio Recording Sep 11, 2022 at 10:34:03 PM">
            <a:hlinkClick r:id="" action="ppaction://media"/>
            <a:extLst>
              <a:ext uri="{FF2B5EF4-FFF2-40B4-BE49-F238E27FC236}">
                <a16:creationId xmlns:a16="http://schemas.microsoft.com/office/drawing/2014/main" id="{4C002473-BC40-531A-580D-F39F3024D2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66412" y="21346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5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B255-A5A1-A366-419C-8BB25E0B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Virtualization?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ACA4-A8A9-5ED4-7470-A045FA2EC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essence – </a:t>
            </a:r>
            <a:r>
              <a:rPr lang="en-US" dirty="0" smtClean="0"/>
              <a:t>to make </a:t>
            </a:r>
            <a:r>
              <a:rPr lang="en-US" dirty="0"/>
              <a:t>physical things into virtual</a:t>
            </a:r>
          </a:p>
          <a:p>
            <a:r>
              <a:rPr lang="en-US" dirty="0"/>
              <a:t>A long time ago….</a:t>
            </a:r>
          </a:p>
          <a:p>
            <a:pPr lvl="1"/>
            <a:r>
              <a:rPr lang="en-US" dirty="0"/>
              <a:t>Each component = separate computer or other device</a:t>
            </a:r>
          </a:p>
          <a:p>
            <a:pPr lvl="1"/>
            <a:r>
              <a:rPr lang="en-US" dirty="0"/>
              <a:t>Painful</a:t>
            </a:r>
          </a:p>
          <a:p>
            <a:r>
              <a:rPr lang="en-US" dirty="0"/>
              <a:t>And now…..</a:t>
            </a:r>
          </a:p>
          <a:p>
            <a:pPr lvl="1"/>
            <a:r>
              <a:rPr lang="en-US" dirty="0"/>
              <a:t>One Virtualization solution – </a:t>
            </a:r>
            <a:r>
              <a:rPr lang="en-US" dirty="0" smtClean="0"/>
              <a:t>all </a:t>
            </a:r>
            <a:r>
              <a:rPr lang="en-US" dirty="0"/>
              <a:t>components virtual inside of it</a:t>
            </a:r>
          </a:p>
          <a:p>
            <a:pPr lvl="1"/>
            <a:r>
              <a:rPr lang="en-US" dirty="0"/>
              <a:t>Wow, that’s convenient</a:t>
            </a:r>
          </a:p>
          <a:p>
            <a:pPr lvl="1"/>
            <a:endParaRPr lang="en-US" dirty="0"/>
          </a:p>
        </p:txBody>
      </p:sp>
      <p:pic>
        <p:nvPicPr>
          <p:cNvPr id="4" name="Audio Recording Sep 11, 2022 at 10:35:21 PM" descr="Audio Recording Sep 11, 2022 at 10:35:21 PM">
            <a:hlinkClick r:id="" action="ppaction://media"/>
            <a:extLst>
              <a:ext uri="{FF2B5EF4-FFF2-40B4-BE49-F238E27FC236}">
                <a16:creationId xmlns:a16="http://schemas.microsoft.com/office/drawing/2014/main" id="{E409D47F-F5B5-2F37-5AE7-F6E9D69E40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63542" y="7381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5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2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F015-4C47-0B22-715C-60DC083E8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Sounds Great! What solutions are out there?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030E9-5035-3B4B-598F-3BDFFB592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Lots</a:t>
            </a:r>
          </a:p>
          <a:p>
            <a:pPr lvl="1"/>
            <a:r>
              <a:rPr lang="en-US" dirty="0"/>
              <a:t>VMware Workstation Player/Pro</a:t>
            </a:r>
          </a:p>
          <a:p>
            <a:pPr lvl="1"/>
            <a:r>
              <a:rPr lang="en-US" dirty="0"/>
              <a:t>VirtualBox</a:t>
            </a:r>
          </a:p>
          <a:p>
            <a:pPr lvl="1"/>
            <a:r>
              <a:rPr lang="en-US" dirty="0"/>
              <a:t>Hyper-V</a:t>
            </a:r>
          </a:p>
          <a:p>
            <a:pPr lvl="1"/>
            <a:r>
              <a:rPr lang="en-US" dirty="0" smtClean="0"/>
              <a:t>Etc.</a:t>
            </a:r>
          </a:p>
          <a:p>
            <a:r>
              <a:rPr lang="en-US" dirty="0" smtClean="0"/>
              <a:t>Choice depends on the needs of the company</a:t>
            </a:r>
          </a:p>
          <a:p>
            <a:r>
              <a:rPr lang="en-US" dirty="0" smtClean="0"/>
              <a:t>Feel </a:t>
            </a:r>
            <a:r>
              <a:rPr lang="en-US" dirty="0"/>
              <a:t>free to research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Audio Recording Sep 11, 2022 at 10:37:14 PM" descr="Audio Recording Sep 11, 2022 at 10:37:14 PM">
            <a:hlinkClick r:id="" action="ppaction://media"/>
            <a:extLst>
              <a:ext uri="{FF2B5EF4-FFF2-40B4-BE49-F238E27FC236}">
                <a16:creationId xmlns:a16="http://schemas.microsoft.com/office/drawing/2014/main" id="{6B125AB9-D7C3-353F-BD20-6113A53DAA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69942" y="24995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7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C811B-DFFE-2B18-BB98-8C0E437A5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dirty="0" smtClean="0"/>
              <a:t>Use Case and </a:t>
            </a:r>
            <a:r>
              <a:rPr lang="en-US" dirty="0"/>
              <a:t>O</a:t>
            </a:r>
            <a:r>
              <a:rPr lang="en-US" dirty="0" smtClean="0"/>
              <a:t>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B47F4-E257-D5C5-B057-34B9056A3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</a:t>
            </a:r>
            <a:r>
              <a:rPr lang="en-US" dirty="0" smtClean="0"/>
              <a:t>o</a:t>
            </a:r>
            <a:r>
              <a:rPr lang="en-US" dirty="0" smtClean="0"/>
              <a:t>ptions:</a:t>
            </a:r>
            <a:endParaRPr lang="en-US" dirty="0"/>
          </a:p>
          <a:p>
            <a:pPr marL="835086" lvl="1" indent="-457200">
              <a:buFont typeface="+mj-lt"/>
              <a:buAutoNum type="arabicPeriod"/>
            </a:pPr>
            <a:r>
              <a:rPr lang="en-US" dirty="0"/>
              <a:t>VMware Workstation Pro (</a:t>
            </a:r>
            <a:r>
              <a:rPr lang="en-US" b="1" dirty="0"/>
              <a:t>Not Player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Used by the book and my videos</a:t>
            </a:r>
          </a:p>
          <a:p>
            <a:pPr lvl="2"/>
            <a:r>
              <a:rPr lang="en-US" dirty="0"/>
              <a:t>Great support and lots of development</a:t>
            </a:r>
          </a:p>
          <a:p>
            <a:pPr lvl="2"/>
            <a:r>
              <a:rPr lang="en-US" dirty="0"/>
              <a:t>Expensive </a:t>
            </a:r>
            <a:r>
              <a:rPr lang="en-US" dirty="0">
                <a:sym typeface="Wingdings" pitchFamily="2" charset="2"/>
              </a:rPr>
              <a:t>, but worth it if you plan on working with Virtualization </a:t>
            </a:r>
          </a:p>
          <a:p>
            <a:pPr lvl="2"/>
            <a:endParaRPr lang="en-US" dirty="0">
              <a:sym typeface="Wingdings" pitchFamily="2" charset="2"/>
            </a:endParaRPr>
          </a:p>
          <a:p>
            <a:pPr marL="835086" lvl="1" indent="-457200">
              <a:buFont typeface="+mj-lt"/>
              <a:buAutoNum type="arabicPeriod"/>
            </a:pPr>
            <a:r>
              <a:rPr lang="en-US" dirty="0">
                <a:sym typeface="Wingdings" pitchFamily="2" charset="2"/>
              </a:rPr>
              <a:t>VirtualBox</a:t>
            </a:r>
          </a:p>
          <a:p>
            <a:pPr lvl="2"/>
            <a:r>
              <a:rPr lang="en-US" dirty="0">
                <a:sym typeface="Wingdings" pitchFamily="2" charset="2"/>
              </a:rPr>
              <a:t>Open Source and free</a:t>
            </a:r>
          </a:p>
          <a:p>
            <a:pPr lvl="2"/>
            <a:r>
              <a:rPr lang="en-US" dirty="0">
                <a:sym typeface="Wingdings" pitchFamily="2" charset="2"/>
              </a:rPr>
              <a:t>A little harder to use</a:t>
            </a:r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Audio Recording Sep 11, 2022 at 10:41:41 PM" descr="Audio Recording Sep 11, 2022 at 10:41:41 PM">
            <a:hlinkClick r:id="" action="ppaction://media"/>
            <a:extLst>
              <a:ext uri="{FF2B5EF4-FFF2-40B4-BE49-F238E27FC236}">
                <a16:creationId xmlns:a16="http://schemas.microsoft.com/office/drawing/2014/main" id="{70F871C5-CEBD-6ABE-22AA-A9F42398DB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66584" y="27463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3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3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787A2-4894-1989-1388-B9E8030C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Summary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53EE-6A69-0550-B94F-DEA534F9C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 is a great way to learn and test </a:t>
            </a:r>
            <a:r>
              <a:rPr lang="en-US" dirty="0" smtClean="0"/>
              <a:t>things.</a:t>
            </a:r>
            <a:endParaRPr lang="en-US" dirty="0"/>
          </a:p>
          <a:p>
            <a:pPr lvl="1"/>
            <a:r>
              <a:rPr lang="en-US" dirty="0"/>
              <a:t>Lots of different solutions</a:t>
            </a:r>
          </a:p>
          <a:p>
            <a:r>
              <a:rPr lang="en-US" dirty="0"/>
              <a:t>We are building our own lab </a:t>
            </a:r>
            <a:r>
              <a:rPr lang="en-US" dirty="0" smtClean="0"/>
              <a:t>environment.</a:t>
            </a:r>
            <a:endParaRPr lang="en-US" dirty="0"/>
          </a:p>
          <a:p>
            <a:r>
              <a:rPr lang="en-US" dirty="0"/>
              <a:t>Don’t worry too </a:t>
            </a:r>
            <a:r>
              <a:rPr lang="en-US" dirty="0" smtClean="0"/>
              <a:t>much.</a:t>
            </a:r>
            <a:endParaRPr lang="en-US" dirty="0"/>
          </a:p>
          <a:p>
            <a:pPr lvl="1"/>
            <a:r>
              <a:rPr lang="en-US" dirty="0"/>
              <a:t>Class might be difficult at first</a:t>
            </a:r>
          </a:p>
          <a:p>
            <a:pPr lvl="1"/>
            <a:r>
              <a:rPr lang="en-US" dirty="0"/>
              <a:t>Once you get the hang of it, it becomes much easier</a:t>
            </a:r>
          </a:p>
          <a:p>
            <a:pPr lvl="1"/>
            <a:r>
              <a:rPr lang="en-US" dirty="0"/>
              <a:t>Relax and reach out if you get over (or under) </a:t>
            </a:r>
            <a:r>
              <a:rPr lang="en-US" dirty="0" smtClean="0"/>
              <a:t>whelmed </a:t>
            </a:r>
            <a:endParaRPr lang="en-US" dirty="0"/>
          </a:p>
          <a:p>
            <a:endParaRPr lang="en-US" dirty="0"/>
          </a:p>
        </p:txBody>
      </p:sp>
      <p:pic>
        <p:nvPicPr>
          <p:cNvPr id="5" name="Audio Recording Nov 28, 2022 at 9:47:06 PM" title="On-Screen Audio Logo">
            <a:hlinkClick r:id="" action="ppaction://media"/>
            <a:extLst>
              <a:ext uri="{FF2B5EF4-FFF2-40B4-BE49-F238E27FC236}">
                <a16:creationId xmlns:a16="http://schemas.microsoft.com/office/drawing/2014/main" id="{237C239F-60E7-F97D-B876-AA53DA65C5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69942" y="28753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7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1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16x9</Template>
  <TotalTime>4726</TotalTime>
  <Words>430</Words>
  <Application>Microsoft Office PowerPoint</Application>
  <PresentationFormat>Custom</PresentationFormat>
  <Paragraphs>68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Tech 16x9</vt:lpstr>
      <vt:lpstr>Cybersecurity Lab (Offensive Tools)</vt:lpstr>
      <vt:lpstr>Instructor – Adrian Mohuczy-Dominiak</vt:lpstr>
      <vt:lpstr>What is the class about? </vt:lpstr>
      <vt:lpstr>Things to Keep in Mind </vt:lpstr>
      <vt:lpstr>Easy? Hard? </vt:lpstr>
      <vt:lpstr>Let’s Get Started</vt:lpstr>
      <vt:lpstr>What is Virtualization?</vt:lpstr>
      <vt:lpstr>Sounds Great! What solutions are out there?</vt:lpstr>
      <vt:lpstr>Our Use Case and Options</vt:lpstr>
      <vt:lpstr>In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Lab (Defensive Tools)</dc:title>
  <dc:creator>Adrian MD</dc:creator>
  <cp:lastModifiedBy>Joyce, Carri</cp:lastModifiedBy>
  <cp:revision>7</cp:revision>
  <dcterms:created xsi:type="dcterms:W3CDTF">2022-09-10T22:39:40Z</dcterms:created>
  <dcterms:modified xsi:type="dcterms:W3CDTF">2022-12-01T18:46:20Z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